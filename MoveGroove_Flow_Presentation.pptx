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SISTEM UNDIAN MOVE &amp; GROOVE</a:t>
            </a:r>
          </a:p>
          <a:p>
            <a:pPr algn="ctr">
              <a:defRPr sz="2800">
                <a:solidFill>
                  <a:srgbClr val="FFFFFF"/>
                </a:solidFill>
              </a:defRPr>
            </a:pPr>
            <a:r>
              <a:t>7 Desember 2024 | Panduan Alur Pengundian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OVERVIEW SISTEM UNDIAN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591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2400">
                <a:solidFill>
                  <a:srgbClr val="212121"/>
                </a:solidFill>
              </a:defRPr>
            </a:pPr>
            <a:r>
              <a:t>Sistem undian digital dengan 3 tahap pengundian: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400">
                <a:solidFill>
                  <a:srgbClr val="212121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800"/>
              </a:spcAft>
              <a:defRPr sz="2400">
                <a:solidFill>
                  <a:srgbClr val="212121"/>
                </a:solidFill>
              </a:defRPr>
            </a:pPr>
            <a:r>
              <a:t>1. E-VOUCHER: 700 pemenang (4 kategori x 175 hadiah)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400">
                <a:solidFill>
                  <a:srgbClr val="212121"/>
                </a:solidFill>
              </a:defRPr>
            </a:pPr>
            <a:r>
              <a:t>2. SHUFFLE: 90 pemenang (3 sesi x 30 hadiah)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400">
                <a:solidFill>
                  <a:srgbClr val="212121"/>
                </a:solidFill>
              </a:defRPr>
            </a:pPr>
            <a:r>
              <a:t>3. WHEEL: 10 Grand Prize (terurut dari termurah ke termahal)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400">
                <a:solidFill>
                  <a:srgbClr val="212121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800"/>
              </a:spcAft>
              <a:defRPr sz="2400">
                <a:solidFill>
                  <a:srgbClr val="212121"/>
                </a:solidFill>
              </a:defRPr>
            </a:pPr>
            <a:r>
              <a:t>Total: 800 pemenang dari seluruh peserta eligible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400">
                <a:solidFill>
                  <a:srgbClr val="212121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800"/>
              </a:spcAft>
              <a:defRPr sz="2400">
                <a:solidFill>
                  <a:srgbClr val="212121"/>
                </a:solidFill>
              </a:defRPr>
            </a:pPr>
            <a:r>
              <a:t>Fitur: Auto-save, Backup Google Drive, Validasi Duplikat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65760"/>
            <a:ext cx="914400" cy="9144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457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91E63"/>
                </a:solidFill>
              </a:defRPr>
            </a:pPr>
            <a:r>
              <a:t>UPLOAD DATA PESERTA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12121"/>
                </a:solidFill>
              </a:defRPr>
            </a:pPr>
            <a:r>
              <a:t>Langkah pertama: Upload data peserta yang akan diundi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3601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200">
                <a:solidFill>
                  <a:srgbClr val="212121"/>
                </a:solidFill>
              </a:defRPr>
            </a:pPr>
            <a:r>
              <a:t>• Upload CSV file atau masukkan URL Google Sheets</a:t>
            </a:r>
          </a:p>
          <a:p>
            <a:pPr>
              <a:spcBef>
                <a:spcPts val="1000"/>
              </a:spcBef>
              <a:defRPr sz="2200">
                <a:solidFill>
                  <a:srgbClr val="212121"/>
                </a:solidFill>
              </a:defRPr>
            </a:pPr>
            <a:r>
              <a:t>• Format: Nomor Undian, Nama, No HP</a:t>
            </a:r>
          </a:p>
          <a:p>
            <a:pPr>
              <a:spcBef>
                <a:spcPts val="1000"/>
              </a:spcBef>
              <a:defRPr sz="2200">
                <a:solidFill>
                  <a:srgbClr val="212121"/>
                </a:solidFill>
              </a:defRPr>
            </a:pPr>
            <a:r>
              <a:t>• VIP/F otomatis terfilter (tidak ikut undian)</a:t>
            </a:r>
          </a:p>
          <a:p>
            <a:pPr>
              <a:spcBef>
                <a:spcPts val="1000"/>
              </a:spcBef>
              <a:defRPr sz="2200">
                <a:solidFill>
                  <a:srgbClr val="212121"/>
                </a:solidFill>
              </a:defRPr>
            </a:pPr>
            <a:r>
              <a:t>• Sistem menampilkan jumlah peserta eligible</a:t>
            </a:r>
          </a:p>
          <a:p>
            <a:pPr>
              <a:spcBef>
                <a:spcPts val="1000"/>
              </a:spcBef>
              <a:defRPr sz="2200">
                <a:solidFill>
                  <a:srgbClr val="212121"/>
                </a:solidFill>
              </a:defRPr>
            </a:pPr>
            <a:r>
              <a:t>• Data tersimpan otomatis untuk sesi berikutnya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65760"/>
            <a:ext cx="914400" cy="9144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457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91E63"/>
                </a:solidFill>
              </a:defRPr>
            </a:pPr>
            <a:r>
              <a:t>HALAMAN UTAMA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12121"/>
                </a:solidFill>
              </a:defRPr>
            </a:pPr>
            <a:r>
              <a:t>Dashboard utama menampilkan 3 pilihan mode undian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3601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200">
                <a:solidFill>
                  <a:srgbClr val="212121"/>
                </a:solidFill>
              </a:defRPr>
            </a:pPr>
            <a:r>
              <a:t>• Panel E-VOUCHER: Selalu aktif, dimulai pertama</a:t>
            </a:r>
          </a:p>
          <a:p>
            <a:pPr>
              <a:spcBef>
                <a:spcPts val="1000"/>
              </a:spcBef>
              <a:defRPr sz="2200">
                <a:solidFill>
                  <a:srgbClr val="212121"/>
                </a:solidFill>
              </a:defRPr>
            </a:pPr>
            <a:r>
              <a:t>• Panel SHUFFLE: Aktif setelah E-Voucher selesai</a:t>
            </a:r>
          </a:p>
          <a:p>
            <a:pPr>
              <a:spcBef>
                <a:spcPts val="1000"/>
              </a:spcBef>
              <a:defRPr sz="2200">
                <a:solidFill>
                  <a:srgbClr val="212121"/>
                </a:solidFill>
              </a:defRPr>
            </a:pPr>
            <a:r>
              <a:t>• Panel WHEEL: Aktif setelah E-Voucher selesai</a:t>
            </a:r>
          </a:p>
          <a:p>
            <a:pPr>
              <a:spcBef>
                <a:spcPts val="1000"/>
              </a:spcBef>
              <a:defRPr sz="2200">
                <a:solidFill>
                  <a:srgbClr val="212121"/>
                </a:solidFill>
              </a:defRPr>
            </a:pPr>
            <a:r>
              <a:t>• Menampilkan status progress setiap tahap</a:t>
            </a:r>
          </a:p>
          <a:p>
            <a:pPr>
              <a:spcBef>
                <a:spcPts val="1000"/>
              </a:spcBef>
              <a:defRPr sz="2200">
                <a:solidFill>
                  <a:srgbClr val="212121"/>
                </a:solidFill>
              </a:defRPr>
            </a:pPr>
            <a:r>
              <a:t>• Tombol hasil untuk melihat pemenang sebelumnya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65760"/>
            <a:ext cx="914400" cy="9144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457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4CAF50"/>
                </a:solidFill>
              </a:defRPr>
            </a:pPr>
            <a:r>
              <a:t>TAHAP 1: E-VOUCHER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12121"/>
                </a:solidFill>
              </a:defRPr>
            </a:pPr>
            <a:r>
              <a:t>Undian 700 hadiah voucher dalam 4 kategori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3601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200">
                <a:solidFill>
                  <a:srgbClr val="212121"/>
                </a:solidFill>
              </a:defRPr>
            </a:pPr>
            <a:r>
              <a:t>• Tokopedia Rp.100.000,- : 175 pemenang</a:t>
            </a:r>
          </a:p>
          <a:p>
            <a:pPr>
              <a:spcBef>
                <a:spcPts val="1000"/>
              </a:spcBef>
              <a:defRPr sz="2200">
                <a:solidFill>
                  <a:srgbClr val="212121"/>
                </a:solidFill>
              </a:defRPr>
            </a:pPr>
            <a:r>
              <a:t>• Indomaret Rp.100.000,- : 175 pemenang</a:t>
            </a:r>
          </a:p>
          <a:p>
            <a:pPr>
              <a:spcBef>
                <a:spcPts val="1000"/>
              </a:spcBef>
              <a:defRPr sz="2200">
                <a:solidFill>
                  <a:srgbClr val="212121"/>
                </a:solidFill>
              </a:defRPr>
            </a:pPr>
            <a:r>
              <a:t>• Bensin Rp.100.000,- : 175 pemenang</a:t>
            </a:r>
          </a:p>
          <a:p>
            <a:pPr>
              <a:spcBef>
                <a:spcPts val="1000"/>
              </a:spcBef>
              <a:defRPr sz="2200">
                <a:solidFill>
                  <a:srgbClr val="212121"/>
                </a:solidFill>
              </a:defRPr>
            </a:pPr>
            <a:r>
              <a:t>• SNL Rp.100.000,- : 175 pemenang</a:t>
            </a:r>
          </a:p>
          <a:p>
            <a:pPr>
              <a:spcBef>
                <a:spcPts val="1000"/>
              </a:spcBef>
              <a:defRPr sz="2200">
                <a:solidFill>
                  <a:srgbClr val="212121"/>
                </a:solidFill>
              </a:defRPr>
            </a:pPr>
            <a:r>
              <a:t>• </a:t>
            </a:r>
          </a:p>
          <a:p>
            <a:pPr>
              <a:spcBef>
                <a:spcPts val="1000"/>
              </a:spcBef>
              <a:defRPr sz="2200">
                <a:solidFill>
                  <a:srgbClr val="212121"/>
                </a:solidFill>
              </a:defRPr>
            </a:pPr>
            <a:r>
              <a:t>• Animasi cascade menampilkan semua pemenang</a:t>
            </a:r>
          </a:p>
          <a:p>
            <a:pPr>
              <a:spcBef>
                <a:spcPts val="1000"/>
              </a:spcBef>
              <a:defRPr sz="2200">
                <a:solidFill>
                  <a:srgbClr val="212121"/>
                </a:solidFill>
              </a:defRPr>
            </a:pPr>
            <a:r>
              <a:t>• Download Excel &amp; PPT tersedia setelah selesai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E-VOUCHER: ANIMASI PENGUNDIAN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591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2400">
                <a:solidFill>
                  <a:srgbClr val="212121"/>
                </a:solidFill>
              </a:defRPr>
            </a:pPr>
            <a:r>
              <a:t>Proses pengundian E-Voucher: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400">
                <a:solidFill>
                  <a:srgbClr val="212121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800"/>
              </a:spcAft>
              <a:defRPr sz="2400">
                <a:solidFill>
                  <a:srgbClr val="212121"/>
                </a:solidFill>
              </a:defRPr>
            </a:pPr>
            <a:r>
              <a:t>1. Tekan tombol 'MULAI UNDIAN E-VOUCHER'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400">
                <a:solidFill>
                  <a:srgbClr val="212121"/>
                </a:solidFill>
              </a:defRPr>
            </a:pPr>
            <a:r>
              <a:t>2. Progress bar menunjukkan proses shuffle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400">
                <a:solidFill>
                  <a:srgbClr val="212121"/>
                </a:solidFill>
              </a:defRPr>
            </a:pPr>
            <a:r>
              <a:t>3. Animasi cascade menampilkan 700 pemenang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400">
                <a:solidFill>
                  <a:srgbClr val="212121"/>
                </a:solidFill>
              </a:defRPr>
            </a:pPr>
            <a:r>
              <a:t>4. Pemenang ditampilkan per kategori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400">
                <a:solidFill>
                  <a:srgbClr val="212121"/>
                </a:solidFill>
              </a:defRPr>
            </a:pPr>
            <a:r>
              <a:t>5. Download Excel/PPT untuk dokumentasi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400">
                <a:solidFill>
                  <a:srgbClr val="212121"/>
                </a:solidFill>
              </a:defRPr>
            </a:pPr>
            <a:r>
              <a:t>6. Tekan 'SISA NOMOR' untuk lanjut ke tahap berikut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400">
                <a:solidFill>
                  <a:srgbClr val="212121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800"/>
              </a:spcAft>
              <a:defRPr sz="2400">
                <a:solidFill>
                  <a:srgbClr val="212121"/>
                </a:solidFill>
              </a:defRPr>
            </a:pPr>
            <a:r>
              <a:t>Peserta yang sudah menang TIDAK bisa menang lagi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65760"/>
            <a:ext cx="914400" cy="91440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457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9800"/>
                </a:solidFill>
              </a:defRPr>
            </a:pPr>
            <a:r>
              <a:t>TAHAP 2: SHUFFLE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12121"/>
                </a:solidFill>
              </a:defRPr>
            </a:pPr>
            <a:r>
              <a:t>Undian 90 hadiah dalam 3 sesi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3601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200">
                <a:solidFill>
                  <a:srgbClr val="212121"/>
                </a:solidFill>
              </a:defRPr>
            </a:pPr>
            <a:r>
              <a:t>• Sesi 1: 30 pemenang</a:t>
            </a:r>
          </a:p>
          <a:p>
            <a:pPr>
              <a:spcBef>
                <a:spcPts val="1000"/>
              </a:spcBef>
              <a:defRPr sz="2200">
                <a:solidFill>
                  <a:srgbClr val="212121"/>
                </a:solidFill>
              </a:defRPr>
            </a:pPr>
            <a:r>
              <a:t>• Sesi 2: 30 pemenang</a:t>
            </a:r>
          </a:p>
          <a:p>
            <a:pPr>
              <a:spcBef>
                <a:spcPts val="1000"/>
              </a:spcBef>
              <a:defRPr sz="2200">
                <a:solidFill>
                  <a:srgbClr val="212121"/>
                </a:solidFill>
              </a:defRPr>
            </a:pPr>
            <a:r>
              <a:t>• Sesi 3: 30 pemenang</a:t>
            </a:r>
          </a:p>
          <a:p>
            <a:pPr>
              <a:spcBef>
                <a:spcPts val="1000"/>
              </a:spcBef>
              <a:defRPr sz="2200">
                <a:solidFill>
                  <a:srgbClr val="212121"/>
                </a:solidFill>
              </a:defRPr>
            </a:pPr>
            <a:r>
              <a:t>• </a:t>
            </a:r>
          </a:p>
          <a:p>
            <a:pPr>
              <a:spcBef>
                <a:spcPts val="1000"/>
              </a:spcBef>
              <a:defRPr sz="2200">
                <a:solidFill>
                  <a:srgbClr val="212121"/>
                </a:solidFill>
              </a:defRPr>
            </a:pPr>
            <a:r>
              <a:t>• Setiap sesi memerlukan input nama hadiah</a:t>
            </a:r>
          </a:p>
          <a:p>
            <a:pPr>
              <a:spcBef>
                <a:spcPts val="1000"/>
              </a:spcBef>
              <a:defRPr sz="2200">
                <a:solidFill>
                  <a:srgbClr val="212121"/>
                </a:solidFill>
              </a:defRPr>
            </a:pPr>
            <a:r>
              <a:t>• Animasi slot-machine cascade untuk transparansi</a:t>
            </a:r>
          </a:p>
          <a:p>
            <a:pPr>
              <a:spcBef>
                <a:spcPts val="1000"/>
              </a:spcBef>
              <a:defRPr sz="2200">
                <a:solidFill>
                  <a:srgbClr val="212121"/>
                </a:solidFill>
              </a:defRPr>
            </a:pPr>
            <a:r>
              <a:t>• Download per sesi atau gabungan tersedia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SHUFFLE: ANIMASI SLOT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591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2400">
                <a:solidFill>
                  <a:srgbClr val="212121"/>
                </a:solidFill>
              </a:defRPr>
            </a:pPr>
            <a:r>
              <a:t>Proses pengundian setiap sesi Shuffle: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400">
                <a:solidFill>
                  <a:srgbClr val="212121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800"/>
              </a:spcAft>
              <a:defRPr sz="2400">
                <a:solidFill>
                  <a:srgbClr val="212121"/>
                </a:solidFill>
              </a:defRPr>
            </a:pPr>
            <a:r>
              <a:t>1. Input nama hadiah untuk sesi tersebut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400">
                <a:solidFill>
                  <a:srgbClr val="212121"/>
                </a:solidFill>
              </a:defRPr>
            </a:pPr>
            <a:r>
              <a:t>2. Tekan tombol 'PUTAR UNDIAN'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400">
                <a:solidFill>
                  <a:srgbClr val="212121"/>
                </a:solidFill>
              </a:defRPr>
            </a:pPr>
            <a:r>
              <a:t>3. Animasi menampilkan SEMUA nomor peserta sisa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400">
                <a:solidFill>
                  <a:srgbClr val="212121"/>
                </a:solidFill>
              </a:defRPr>
            </a:pPr>
            <a:r>
              <a:t>4. 30 pemenang muncul satu per satu secara cascade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400">
                <a:solidFill>
                  <a:srgbClr val="212121"/>
                </a:solidFill>
              </a:defRPr>
            </a:pPr>
            <a:r>
              <a:t>5. Kartu pemenang menampilkan: Nomor, Nama, No HP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400">
                <a:solidFill>
                  <a:srgbClr val="212121"/>
                </a:solidFill>
              </a:defRPr>
            </a:pPr>
            <a:r>
              <a:t>6. Download hasil per sesi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400">
                <a:solidFill>
                  <a:srgbClr val="212121"/>
                </a:solidFill>
              </a:defRPr>
            </a:pPr>
            <a:r>
              <a:t>7. Lanjut ke sesi berikutnya sampai 3 sesi selesai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65760"/>
            <a:ext cx="914400" cy="914400"/>
          </a:xfrm>
          <a:prstGeom prst="ellipse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457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9C27B0"/>
                </a:solidFill>
              </a:defRPr>
            </a:pPr>
            <a:r>
              <a:t>TAHAP 3: GRAND PRIZE (WHEEL)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12121"/>
                </a:solidFill>
              </a:defRPr>
            </a:pPr>
            <a:r>
              <a:t>Undian 10 hadiah utama - dari termurah ke termahal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3601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200">
                <a:solidFill>
                  <a:srgbClr val="212121"/>
                </a:solidFill>
              </a:defRPr>
            </a:pPr>
            <a:r>
              <a:t>• Hadiah #1-10 dikonfigurasi sebelum mulai</a:t>
            </a:r>
          </a:p>
          <a:p>
            <a:pPr>
              <a:spcBef>
                <a:spcPts val="1000"/>
              </a:spcBef>
              <a:defRPr sz="2200">
                <a:solidFill>
                  <a:srgbClr val="212121"/>
                </a:solidFill>
              </a:defRPr>
            </a:pPr>
            <a:r>
              <a:t>• Urutan: Termurah dulu, LED TV terakhir</a:t>
            </a:r>
          </a:p>
          <a:p>
            <a:pPr>
              <a:spcBef>
                <a:spcPts val="1000"/>
              </a:spcBef>
              <a:defRPr sz="2200">
                <a:solidFill>
                  <a:srgbClr val="212121"/>
                </a:solidFill>
              </a:defRPr>
            </a:pPr>
            <a:r>
              <a:t>• Setiap spin menampilkan SELURUH nomor peserta sisa</a:t>
            </a:r>
          </a:p>
          <a:p>
            <a:pPr>
              <a:spcBef>
                <a:spcPts val="1000"/>
              </a:spcBef>
              <a:defRPr sz="2200">
                <a:solidFill>
                  <a:srgbClr val="212121"/>
                </a:solidFill>
              </a:defRPr>
            </a:pPr>
            <a:r>
              <a:t>• Counter menunjukkan progress: '1/2707', '2/2707', dst</a:t>
            </a:r>
          </a:p>
          <a:p>
            <a:pPr>
              <a:spcBef>
                <a:spcPts val="1000"/>
              </a:spcBef>
              <a:defRPr sz="2200">
                <a:solidFill>
                  <a:srgbClr val="212121"/>
                </a:solidFill>
              </a:defRPr>
            </a:pPr>
            <a:r>
              <a:t>• Animasi melambat dan berhenti di pemenang</a:t>
            </a:r>
          </a:p>
          <a:p>
            <a:pPr>
              <a:spcBef>
                <a:spcPts val="1000"/>
              </a:spcBef>
              <a:defRPr sz="2200">
                <a:solidFill>
                  <a:srgbClr val="212121"/>
                </a:solidFill>
              </a:defRPr>
            </a:pPr>
            <a:r>
              <a:t>• Kartu pemenang langsung ditampilkan dengan detail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WHEEL: TRANSPARANSI PENUH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591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2400">
                <a:solidFill>
                  <a:srgbClr val="212121"/>
                </a:solidFill>
              </a:defRPr>
            </a:pPr>
            <a:r>
              <a:t>Fitur transparansi pada Wheel: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400">
                <a:solidFill>
                  <a:srgbClr val="212121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800"/>
              </a:spcAft>
              <a:defRPr sz="2400">
                <a:solidFill>
                  <a:srgbClr val="212121"/>
                </a:solidFill>
              </a:defRPr>
            </a:pPr>
            <a:r>
              <a:t>1. Badge 'Mengundi dari X peserta' menunjukkan pool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400">
                <a:solidFill>
                  <a:srgbClr val="212121"/>
                </a:solidFill>
              </a:defRPr>
            </a:pPr>
            <a:r>
              <a:t>2. Semua nomor ditampilkan berurutan (bukan acak)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400">
                <a:solidFill>
                  <a:srgbClr val="212121"/>
                </a:solidFill>
              </a:defRPr>
            </a:pPr>
            <a:r>
              <a:t>3. Counter real-time: '1523/2707' dsb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400">
                <a:solidFill>
                  <a:srgbClr val="212121"/>
                </a:solidFill>
              </a:defRPr>
            </a:pPr>
            <a:r>
              <a:t>4. Progress bar mengikuti nomor yang sudah lewat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400">
                <a:solidFill>
                  <a:srgbClr val="212121"/>
                </a:solidFill>
              </a:defRPr>
            </a:pPr>
            <a:r>
              <a:t>5. Kecepatan: Cepat di awal, melambat di akhir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400">
                <a:solidFill>
                  <a:srgbClr val="212121"/>
                </a:solidFill>
              </a:defRPr>
            </a:pPr>
            <a:r>
              <a:t>6. Pemenang ditampilkan dengan warna emas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400">
                <a:solidFill>
                  <a:srgbClr val="212121"/>
                </a:solidFill>
              </a:defRPr>
            </a:pPr>
            <a:r>
              <a:t>7. Detail lengkap: Nomor, Nama, No HP, Hadiah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65760"/>
            <a:ext cx="914400" cy="9144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457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91E63"/>
                </a:solidFill>
              </a:defRPr>
            </a:pPr>
            <a:r>
              <a:t>VALIDASI &amp; DOWNLOAD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12121"/>
                </a:solidFill>
              </a:defRPr>
            </a:pPr>
            <a:r>
              <a:t>Fitur keamanan dan dokumentasi hasil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3601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200">
                <a:solidFill>
                  <a:srgbClr val="212121"/>
                </a:solidFill>
              </a:defRPr>
            </a:pPr>
            <a:r>
              <a:t>• VALIDASI: Cek duplikat di semua tahap</a:t>
            </a:r>
          </a:p>
          <a:p>
            <a:pPr>
              <a:spcBef>
                <a:spcPts val="1000"/>
              </a:spcBef>
              <a:defRPr sz="2200">
                <a:solidFill>
                  <a:srgbClr val="212121"/>
                </a:solidFill>
              </a:defRPr>
            </a:pPr>
            <a:r>
              <a:t>• Memastikan tidak ada nomor yang menang 2x</a:t>
            </a:r>
          </a:p>
          <a:p>
            <a:pPr>
              <a:spcBef>
                <a:spcPts val="1000"/>
              </a:spcBef>
              <a:defRPr sz="2200">
                <a:solidFill>
                  <a:srgbClr val="212121"/>
                </a:solidFill>
              </a:defRPr>
            </a:pPr>
            <a:r>
              <a:t>• </a:t>
            </a:r>
          </a:p>
          <a:p>
            <a:pPr>
              <a:spcBef>
                <a:spcPts val="1000"/>
              </a:spcBef>
              <a:defRPr sz="2200">
                <a:solidFill>
                  <a:srgbClr val="212121"/>
                </a:solidFill>
              </a:defRPr>
            </a:pPr>
            <a:r>
              <a:t>• DOWNLOAD EXCEL: Semua pemenang dengan detail lengkap</a:t>
            </a:r>
          </a:p>
          <a:p>
            <a:pPr>
              <a:spcBef>
                <a:spcPts val="1000"/>
              </a:spcBef>
              <a:defRPr sz="2200">
                <a:solidFill>
                  <a:srgbClr val="212121"/>
                </a:solidFill>
              </a:defRPr>
            </a:pPr>
            <a:r>
              <a:t>• DOWNLOAD PPT: Presentasi siap pakai untuk pengumuman</a:t>
            </a:r>
          </a:p>
          <a:p>
            <a:pPr>
              <a:spcBef>
                <a:spcPts val="1000"/>
              </a:spcBef>
              <a:defRPr sz="2200">
                <a:solidFill>
                  <a:srgbClr val="212121"/>
                </a:solidFill>
              </a:defRPr>
            </a:pPr>
            <a:r>
              <a:t>• </a:t>
            </a:r>
          </a:p>
          <a:p>
            <a:pPr>
              <a:spcBef>
                <a:spcPts val="1000"/>
              </a:spcBef>
              <a:defRPr sz="2200">
                <a:solidFill>
                  <a:srgbClr val="212121"/>
                </a:solidFill>
              </a:defRPr>
            </a:pPr>
            <a:r>
              <a:t>• Auto-save: Hasil tersimpan otomatis</a:t>
            </a:r>
          </a:p>
          <a:p>
            <a:pPr>
              <a:spcBef>
                <a:spcPts val="1000"/>
              </a:spcBef>
              <a:defRPr sz="2200">
                <a:solidFill>
                  <a:srgbClr val="212121"/>
                </a:solidFill>
              </a:defRPr>
            </a:pPr>
            <a:r>
              <a:t>• Google Drive backup: Sinkronisasi ke cloud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RINGKASAN ALUR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591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2400">
                <a:solidFill>
                  <a:srgbClr val="212121"/>
                </a:solidFill>
              </a:defRPr>
            </a:pPr>
            <a:r>
              <a:t>1. Upload data peserta (CSV/Google Sheets)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400">
                <a:solidFill>
                  <a:srgbClr val="212121"/>
                </a:solidFill>
              </a:defRPr>
            </a:pPr>
            <a:r>
              <a:t>2. E-Voucher: 700 pemenang dalam 4 kategori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400">
                <a:solidFill>
                  <a:srgbClr val="212121"/>
                </a:solidFill>
              </a:defRPr>
            </a:pPr>
            <a:r>
              <a:t>3. Shuffle: 90 pemenang dalam 3 sesi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400">
                <a:solidFill>
                  <a:srgbClr val="212121"/>
                </a:solidFill>
              </a:defRPr>
            </a:pPr>
            <a:r>
              <a:t>4. Wheel: 10 Grand Prize (termurah → termahal)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400">
                <a:solidFill>
                  <a:srgbClr val="212121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800"/>
              </a:spcAft>
              <a:defRPr sz="2400">
                <a:solidFill>
                  <a:srgbClr val="212121"/>
                </a:solidFill>
              </a:defRPr>
            </a:pPr>
            <a:r>
              <a:t>Total: 800 pemenang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400">
                <a:solidFill>
                  <a:srgbClr val="212121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800"/>
              </a:spcAft>
              <a:defRPr sz="2400">
                <a:solidFill>
                  <a:srgbClr val="212121"/>
                </a:solidFill>
              </a:defRPr>
            </a:pPr>
            <a:r>
              <a:t>Setiap tahap memiliki validasi dan backup otomatis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400">
                <a:solidFill>
                  <a:srgbClr val="212121"/>
                </a:solidFill>
              </a:defRPr>
            </a:pPr>
            <a:r>
              <a:t>Semua animasi menampilkan pool peserta untuk transparansi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MOVE &amp; GROOVE 2024</a:t>
            </a:r>
          </a:p>
          <a:p>
            <a:pPr algn="ctr">
              <a:defRPr sz="2800">
                <a:solidFill>
                  <a:srgbClr val="FFFFFF"/>
                </a:solidFill>
              </a:defRPr>
            </a:pPr>
            <a:r>
              <a:t>Selamat Mengundi!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